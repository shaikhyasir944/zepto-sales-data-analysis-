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80" y="13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4D53D64-E8FB-4C48-8FAB-9476D5C166E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A46A290-2CFC-4C19-9EF0-1FFBDC057D8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Zepto sales Data </a:t>
            </a:r>
            <a:br>
              <a:rPr lang="en-US" dirty="0" smtClean="0"/>
            </a:br>
            <a:r>
              <a:rPr lang="en-US" dirty="0" err="1" smtClean="0"/>
              <a:t>Data</a:t>
            </a:r>
            <a:r>
              <a:rPr lang="en-US" dirty="0" smtClean="0"/>
              <a:t> Analysis(SQL Projects)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MO YASIR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>
            <a:normAutofit/>
          </a:bodyPr>
          <a:lstStyle/>
          <a:p>
            <a:r>
              <a:rPr lang="en-US" sz="1200" dirty="0" smtClean="0"/>
              <a:t>1</a:t>
            </a:r>
            <a:r>
              <a:rPr lang="en-US" sz="1200" dirty="0" smtClean="0">
                <a:effectLst/>
              </a:rPr>
              <a:t>. </a:t>
            </a:r>
            <a:r>
              <a:rPr lang="en-US" sz="1400" dirty="0" smtClean="0">
                <a:effectLst/>
              </a:rPr>
              <a:t>Find </a:t>
            </a:r>
            <a:r>
              <a:rPr lang="en-US" sz="1400" dirty="0" smtClean="0">
                <a:effectLst/>
              </a:rPr>
              <a:t>the top 10 best value product based  on the discount percentage.</a:t>
            </a:r>
            <a:endParaRPr lang="en-US" sz="1400" dirty="0">
              <a:effectLst/>
            </a:endParaRPr>
          </a:p>
        </p:txBody>
      </p:sp>
      <p:pic>
        <p:nvPicPr>
          <p:cNvPr id="1027" name="Picture 3" descr="C:\Users\Sistech Computer\Desktop\Q1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371600"/>
            <a:ext cx="4445000" cy="1149350"/>
          </a:xfrm>
          <a:prstGeom prst="rect">
            <a:avLst/>
          </a:prstGeom>
          <a:noFill/>
        </p:spPr>
      </p:pic>
      <p:pic>
        <p:nvPicPr>
          <p:cNvPr id="1028" name="Picture 4" descr="C:\Users\Sistech Computer\Desktop\A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53000" y="1676400"/>
            <a:ext cx="3479608" cy="2038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 smtClean="0"/>
              <a:t>Q.2 </a:t>
            </a:r>
            <a:r>
              <a:rPr lang="en-US" sz="1400" dirty="0" err="1" smtClean="0"/>
              <a:t>Wha</a:t>
            </a:r>
            <a:r>
              <a:rPr lang="en-US" sz="1400" dirty="0" smtClean="0"/>
              <a:t> are </a:t>
            </a:r>
            <a:r>
              <a:rPr lang="en-US" sz="1400" dirty="0" smtClean="0"/>
              <a:t>the products with high MRP  BUT out </a:t>
            </a:r>
            <a:r>
              <a:rPr lang="en-US" sz="1400" dirty="0" err="1" smtClean="0"/>
              <a:t>os</a:t>
            </a:r>
            <a:r>
              <a:rPr lang="en-US" sz="1400" dirty="0" smtClean="0"/>
              <a:t> stock </a:t>
            </a:r>
            <a:endParaRPr lang="en-US" sz="1400" dirty="0"/>
          </a:p>
        </p:txBody>
      </p:sp>
      <p:pic>
        <p:nvPicPr>
          <p:cNvPr id="2050" name="Picture 2" descr="C:\Users\Sistech Computer\Desktop\q2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066800"/>
            <a:ext cx="2006600" cy="666750"/>
          </a:xfrm>
          <a:prstGeom prst="rect">
            <a:avLst/>
          </a:prstGeom>
          <a:noFill/>
        </p:spPr>
      </p:pic>
      <p:pic>
        <p:nvPicPr>
          <p:cNvPr id="2051" name="Picture 3" descr="C:\Users\Sistech Computer\Desktop\A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52600" y="2133600"/>
            <a:ext cx="6943725" cy="14484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 smtClean="0"/>
              <a:t>Q.3 </a:t>
            </a:r>
            <a:r>
              <a:rPr lang="en-US" sz="1400" dirty="0" smtClean="0"/>
              <a:t>calculate estimate revenue for each category </a:t>
            </a:r>
            <a:endParaRPr lang="en-US" sz="1400" dirty="0"/>
          </a:p>
        </p:txBody>
      </p:sp>
      <p:pic>
        <p:nvPicPr>
          <p:cNvPr id="3074" name="Picture 2" descr="C:\Users\Sistech Computer\Desktop\q3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3124200" cy="1162050"/>
          </a:xfrm>
          <a:prstGeom prst="rect">
            <a:avLst/>
          </a:prstGeom>
          <a:noFill/>
        </p:spPr>
      </p:pic>
      <p:pic>
        <p:nvPicPr>
          <p:cNvPr id="3075" name="Picture 3" descr="C:\Users\Sistech Computer\Desktop\a3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4600" y="1752600"/>
            <a:ext cx="1866900" cy="1130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 smtClean="0">
                <a:effectLst/>
              </a:rPr>
              <a:t>Q.4 Find all product where is MRP is greater than 500 rupees and </a:t>
            </a:r>
            <a:r>
              <a:rPr lang="en-US" sz="1400" dirty="0" err="1" smtClean="0">
                <a:effectLst/>
              </a:rPr>
              <a:t>dicount</a:t>
            </a:r>
            <a:r>
              <a:rPr lang="en-US" sz="1400" dirty="0" smtClean="0">
                <a:effectLst/>
              </a:rPr>
              <a:t> is less than 10%. </a:t>
            </a:r>
            <a:endParaRPr lang="en-US" sz="1400" dirty="0">
              <a:effectLst/>
            </a:endParaRPr>
          </a:p>
        </p:txBody>
      </p:sp>
      <p:pic>
        <p:nvPicPr>
          <p:cNvPr id="4098" name="Picture 2" descr="C:\Users\Sistech Computer\Desktop\44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371600"/>
            <a:ext cx="3409950" cy="863600"/>
          </a:xfrm>
          <a:prstGeom prst="rect">
            <a:avLst/>
          </a:prstGeom>
          <a:noFill/>
        </p:spPr>
      </p:pic>
      <p:pic>
        <p:nvPicPr>
          <p:cNvPr id="4099" name="Picture 3" descr="C:\Users\Sistech Computer\Desktop\a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8200" y="2286000"/>
            <a:ext cx="3606800" cy="1847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200" dirty="0" smtClean="0"/>
              <a:t> </a:t>
            </a:r>
            <a:r>
              <a:rPr lang="en-US" sz="1400" dirty="0" smtClean="0">
                <a:effectLst/>
              </a:rPr>
              <a:t>Q.5 Identify the top categories offering the highest average discount percentage. </a:t>
            </a:r>
            <a:endParaRPr lang="en-US" sz="1400" dirty="0">
              <a:effectLst/>
            </a:endParaRPr>
          </a:p>
        </p:txBody>
      </p:sp>
      <p:pic>
        <p:nvPicPr>
          <p:cNvPr id="5122" name="Picture 2" descr="C:\Users\Sistech Computer\Desktop\q 5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00200"/>
            <a:ext cx="3219450" cy="1092200"/>
          </a:xfrm>
          <a:prstGeom prst="rect">
            <a:avLst/>
          </a:prstGeom>
          <a:noFill/>
        </p:spPr>
      </p:pic>
      <p:pic>
        <p:nvPicPr>
          <p:cNvPr id="5123" name="Picture 3" descr="C:\Users\Sistech Computer\Desktop\a5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00800" y="1981200"/>
            <a:ext cx="1924050" cy="1073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 smtClean="0">
                <a:effectLst/>
              </a:rPr>
              <a:t>Q.6 </a:t>
            </a:r>
            <a:r>
              <a:rPr lang="en-US" sz="1400" dirty="0" smtClean="0">
                <a:effectLst/>
              </a:rPr>
              <a:t>Find the price per gram for product above 100g and short  best value.</a:t>
            </a:r>
            <a:endParaRPr lang="en-US" sz="1400" dirty="0">
              <a:effectLst/>
            </a:endParaRPr>
          </a:p>
        </p:txBody>
      </p:sp>
      <p:pic>
        <p:nvPicPr>
          <p:cNvPr id="6146" name="Picture 2" descr="C:\Users\Sistech Computer\Desktop\q6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19200"/>
            <a:ext cx="4114800" cy="1073150"/>
          </a:xfrm>
          <a:prstGeom prst="rect">
            <a:avLst/>
          </a:prstGeom>
          <a:noFill/>
        </p:spPr>
      </p:pic>
      <p:pic>
        <p:nvPicPr>
          <p:cNvPr id="6147" name="Picture 3" descr="C:\Users\Sistech Computer\Desktop\a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2514600"/>
            <a:ext cx="5238750" cy="1835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 smtClean="0">
                <a:effectLst/>
              </a:rPr>
              <a:t> </a:t>
            </a:r>
            <a:r>
              <a:rPr lang="en-US" sz="1400" dirty="0" smtClean="0">
                <a:effectLst/>
              </a:rPr>
              <a:t>Q.7  </a:t>
            </a:r>
            <a:r>
              <a:rPr lang="en-US" sz="1400" dirty="0" smtClean="0">
                <a:effectLst/>
              </a:rPr>
              <a:t>group the product onto </a:t>
            </a:r>
            <a:r>
              <a:rPr lang="en-US" sz="1400" dirty="0" err="1" smtClean="0">
                <a:effectLst/>
              </a:rPr>
              <a:t>ctegories</a:t>
            </a:r>
            <a:r>
              <a:rPr lang="en-US" sz="1400" dirty="0" smtClean="0">
                <a:effectLst/>
              </a:rPr>
              <a:t> like low , medium , bulk.</a:t>
            </a:r>
            <a:endParaRPr lang="en-US" sz="1400" dirty="0">
              <a:effectLst/>
            </a:endParaRPr>
          </a:p>
        </p:txBody>
      </p:sp>
      <p:pic>
        <p:nvPicPr>
          <p:cNvPr id="7170" name="Picture 2" descr="C:\Users\Sistech Computer\Desktop\q7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447800"/>
            <a:ext cx="2940050" cy="1924050"/>
          </a:xfrm>
          <a:prstGeom prst="rect">
            <a:avLst/>
          </a:prstGeom>
          <a:noFill/>
        </p:spPr>
      </p:pic>
      <p:pic>
        <p:nvPicPr>
          <p:cNvPr id="7171" name="Picture 3" descr="C:\Users\Sistech Computer\Desktop\a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18467" y="2895600"/>
            <a:ext cx="3984183" cy="2463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400" dirty="0" smtClean="0">
                <a:effectLst/>
              </a:rPr>
              <a:t>Q.8 What is total </a:t>
            </a:r>
            <a:r>
              <a:rPr lang="en-US" sz="1400" dirty="0" smtClean="0">
                <a:effectLst/>
              </a:rPr>
              <a:t>Inventory </a:t>
            </a:r>
            <a:r>
              <a:rPr lang="en-US" sz="1400" dirty="0" smtClean="0">
                <a:effectLst/>
              </a:rPr>
              <a:t>Weight per </a:t>
            </a:r>
            <a:r>
              <a:rPr lang="en-US" sz="1400" dirty="0" smtClean="0">
                <a:effectLst/>
              </a:rPr>
              <a:t>category.</a:t>
            </a:r>
            <a:endParaRPr lang="en-US" sz="1400" dirty="0">
              <a:effectLst/>
            </a:endParaRPr>
          </a:p>
        </p:txBody>
      </p:sp>
      <p:pic>
        <p:nvPicPr>
          <p:cNvPr id="8194" name="Picture 2" descr="C:\Users\Sistech Computer\Desktop\q8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752600"/>
            <a:ext cx="3454400" cy="1016000"/>
          </a:xfrm>
          <a:prstGeom prst="rect">
            <a:avLst/>
          </a:prstGeom>
          <a:noFill/>
        </p:spPr>
      </p:pic>
      <p:pic>
        <p:nvPicPr>
          <p:cNvPr id="8195" name="Picture 3" descr="C:\Users\Sistech Computer\Desktop\a8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2514600"/>
            <a:ext cx="2654300" cy="2044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102</TotalTime>
  <Words>110</Words>
  <Application>Microsoft Office PowerPoint</Application>
  <PresentationFormat>On-screen Show (4:3)</PresentationFormat>
  <Paragraphs>10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Concourse</vt:lpstr>
      <vt:lpstr>Zepto sales Data  Data Analysis(SQL Projects)</vt:lpstr>
      <vt:lpstr>1. Find the top 10 best value product based  on the discount percentage.</vt:lpstr>
      <vt:lpstr>Q.2 Wha are the products with high MRP  BUT out os stock </vt:lpstr>
      <vt:lpstr>Q.3 calculate estimate revenue for each category </vt:lpstr>
      <vt:lpstr>Q.4 Find all product where is MRP is greater than 500 rupees and dicount is less than 10%. </vt:lpstr>
      <vt:lpstr> Q.5 Identify the top categories offering the highest average discount percentage. </vt:lpstr>
      <vt:lpstr>Q.6 Find the price per gram for product above 100g and short  best value.</vt:lpstr>
      <vt:lpstr> Q.7  group the product onto ctegories like low , medium , bulk.</vt:lpstr>
      <vt:lpstr>Q.8 What is total Inventory Weight per category.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Zepto sales Data  Data Analysis(SQL ProjecT)</dc:title>
  <dc:creator>Sistech Computer</dc:creator>
  <cp:lastModifiedBy>Sistech Computer</cp:lastModifiedBy>
  <cp:revision>12</cp:revision>
  <dcterms:created xsi:type="dcterms:W3CDTF">2026-02-04T16:16:01Z</dcterms:created>
  <dcterms:modified xsi:type="dcterms:W3CDTF">2026-02-04T17:58:20Z</dcterms:modified>
</cp:coreProperties>
</file>